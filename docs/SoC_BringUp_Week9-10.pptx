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888888"/>
                </a:solidFill>
              </a:rPr>
              <a:t>Week 9–10 Report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6200"/>
              </a:lnSpc>
              <a:buNone/>
            </a:pPr>
            <a:r>
              <a:rPr lang="en-US" sz="5400" b="1" dirty="0">
                <a:solidFill>
                  <a:srgbClr val="000000"/>
                </a:solidFill>
              </a:rPr>
              <a:t>SoC Bring-Up</a:t>
            </a:r>
            <a:endParaRPr lang="en-US" sz="5400" dirty="0"/>
          </a:p>
          <a:p>
            <a:pPr indent="0" marL="0">
              <a:lnSpc>
                <a:spcPts val="6200"/>
              </a:lnSpc>
              <a:buNone/>
            </a:pPr>
            <a:r>
              <a:rPr lang="en-US" sz="5400" b="1" dirty="0">
                <a:solidFill>
                  <a:srgbClr val="000000"/>
                </a:solidFill>
              </a:rPr>
              <a:t>Progress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38404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AAAA"/>
                </a:solidFill>
              </a:rPr>
              <a:t>March 18–21, 2026 · bringup_v1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4343400"/>
            <a:ext cx="457200" cy="274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5720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RISC-V CNN Accelerator · Hummingbird E203 · NICE Interface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888888"/>
                </a:solidFill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</a:rPr>
              <a:t>What We Cover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73152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609344"/>
            <a:ext cx="9753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</a:rPr>
              <a:t>Bring-up timeline: Mar 18–21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73152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112264"/>
            <a:ext cx="9753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</a:rPr>
              <a:t>Key breakthrough: NICE encoding fix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73152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615184"/>
            <a:ext cx="9753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</a:rPr>
              <a:t>Phase closure status (3 / 4 / 5)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73152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3118104"/>
            <a:ext cx="9753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</a:rPr>
              <a:t>Validation results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73152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3621024"/>
            <a:ext cx="9753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</a:rPr>
              <a:t>Current blockers &amp; next steps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888888"/>
                </a:solidFill>
              </a:rPr>
              <a:t>PROGRESS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</a:rPr>
              <a:t>Day 1 — Mar 18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82880" cy="18288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1591056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Clone main repo &amp; SoC repo (e203_hbirdv2 fork)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82880" cy="18288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75688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2066544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Configure GitHub SSH for private repos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578608"/>
            <a:ext cx="182880" cy="18288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551176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254203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Create &amp; switch to branch bringup_v1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054096"/>
            <a:ext cx="182880" cy="18288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026664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3017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Install simulation tools: iverilog, gtkwave, verilator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3529584"/>
            <a:ext cx="182880" cy="18288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502152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" y="349300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Verify ./Project_Manager.sh gen_model runs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005072"/>
            <a:ext cx="182880" cy="18288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977640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400" y="3968496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Verify ./Project_Manager.sh run_hw runs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888888"/>
                </a:solidFill>
              </a:rPr>
              <a:t>PROGRESS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</a:rPr>
              <a:t>Day 2 — Mar 19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82880" cy="18288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1591056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Python reference model gen_model verified ✓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82880" cy="18288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75688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2066544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RTL simulation run_hw verified ✓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578608"/>
            <a:ext cx="182880" cy="18288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551176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254203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Fix cnn_nice_core.v: add busy signal &amp; result_valid flag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054096"/>
            <a:ext cx="182880" cy="18288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026664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3017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Fix cnn_nice_core.v: add load masks for WLOAD/DLOAD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3529584"/>
            <a:ext cx="182880" cy="18288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502152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" y="349300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Fix cnn_nice_core.v: gate COMP / RSTAT with load-complete state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005072"/>
            <a:ext cx="182880" cy="18288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977640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400" y="3968496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Extend tb_cpu_mock.v: illegal index, boundary, partial-load safety cases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888888"/>
                </a:solidFill>
              </a:rPr>
              <a:t>KEY BREAKTHROUGH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</a:rPr>
              <a:t>Day 3 — Mar 20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1591056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Freeze E203 source baseline to official riscv-mcu/e203_hbirdv2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75688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2066544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Root-cause analysis: funct3 was wrong selector — NICE uses bits[14:12] for xd/xs1/xs2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578608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551176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254203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Move selector to funct7 per official E203 NICE spec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054096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026664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3017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Install Nuclei GNU toolchain 2024.06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3529584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502152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" y="349300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Compile first ELF with CNN NICE instructions — success ✓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005072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977640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400" y="3968496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Phase 2 (Safety Validation) CLOSED → Version V1.6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888888"/>
                </a:solidFill>
              </a:rPr>
              <a:t>PROGRESS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</a:rPr>
              <a:t>Day 4 — Mar 21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1591056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Phase 3 (Software Path) CLOSED — RSTAT=320 confirmed in full SoC sim ✓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75688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2066544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Phase 4 (SDK Portability) CLOSED — nuclei-sdk patch exported ✓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578608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551176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254203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Phase 5 (Board Prep) baseline established ✓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054096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026664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3017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Target locked: SOC=evalsoc, CORE=n300, BOARD=nuclei_fpga_eval, DOWNLOAD=ilm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3529584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502152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" y="349300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OpenOCD confirmed at /usr/bin/openocd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005072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977640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400" y="3968496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Complete VIVADO_FPGA_HANDOFF.md &amp; WORK_DELIVERY_SUMMARY.md → Version V1.8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888888"/>
                </a:solidFill>
              </a:rPr>
              <a:t>KEY BREAKTHROUGH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</a:rPr>
              <a:t>NICE Encoding Fix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3931920" cy="2560320"/>
          </a:xfrm>
          <a:prstGeom prst="rect">
            <a:avLst/>
          </a:prstGeom>
          <a:solidFill>
            <a:srgbClr val="FFF5F5"/>
          </a:solidFill>
          <a:ln w="12700">
            <a:solidFill>
              <a:srgbClr val="FF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C4444"/>
                </a:solidFill>
              </a:rPr>
              <a:t>BEFORE (Wrong)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3333"/>
                </a:solidFill>
              </a:rPr>
              <a:t>funct3 used as instruction selector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E203 NICE does NOT use funct3 for this.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2880360"/>
            <a:ext cx="502920" cy="256032"/>
          </a:xfrm>
          <a:prstGeom prst="rect">
            <a:avLst/>
          </a:prstGeom>
          <a:solidFill>
            <a:srgbClr val="FFCCCC"/>
          </a:solidFill>
          <a:ln w="6350">
            <a:solidFill>
              <a:srgbClr val="FFA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88036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3333"/>
                </a:solidFill>
              </a:rPr>
              <a:t>opcode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124712" y="2880360"/>
            <a:ext cx="502920" cy="256032"/>
          </a:xfrm>
          <a:prstGeom prst="rect">
            <a:avLst/>
          </a:prstGeom>
          <a:solidFill>
            <a:srgbClr val="FFCCCC"/>
          </a:solidFill>
          <a:ln w="6350">
            <a:solidFill>
              <a:srgbClr val="FFAA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4712" y="288036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3333"/>
                </a:solidFill>
              </a:rPr>
              <a:t>funct7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655064" y="2880360"/>
            <a:ext cx="502920" cy="256032"/>
          </a:xfrm>
          <a:prstGeom prst="rect">
            <a:avLst/>
          </a:prstGeom>
          <a:solidFill>
            <a:srgbClr val="FFCCCC"/>
          </a:solidFill>
          <a:ln w="6350">
            <a:solidFill>
              <a:srgbClr val="FFAA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55064" y="288036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3333"/>
                </a:solidFill>
              </a:rPr>
              <a:t>rs2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185416" y="2880360"/>
            <a:ext cx="502920" cy="256032"/>
          </a:xfrm>
          <a:prstGeom prst="rect">
            <a:avLst/>
          </a:prstGeom>
          <a:solidFill>
            <a:srgbClr val="FFCCCC"/>
          </a:solidFill>
          <a:ln w="6350">
            <a:solidFill>
              <a:srgbClr val="FFAA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85416" y="288036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3333"/>
                </a:solidFill>
              </a:rPr>
              <a:t>rs1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715768" y="2880360"/>
            <a:ext cx="502920" cy="256032"/>
          </a:xfrm>
          <a:prstGeom prst="rect">
            <a:avLst/>
          </a:prstGeom>
          <a:solidFill>
            <a:srgbClr val="FFCCCC"/>
          </a:solidFill>
          <a:ln w="6350">
            <a:solidFill>
              <a:srgbClr val="FFAA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15768" y="288036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3333"/>
                </a:solidFill>
              </a:rPr>
              <a:t>funct3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246120" y="2880360"/>
            <a:ext cx="502920" cy="256032"/>
          </a:xfrm>
          <a:prstGeom prst="rect">
            <a:avLst/>
          </a:prstGeom>
          <a:solidFill>
            <a:srgbClr val="FFCCCC"/>
          </a:solidFill>
          <a:ln w="6350">
            <a:solidFill>
              <a:srgbClr val="FFAA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288036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3333"/>
                </a:solidFill>
              </a:rPr>
              <a:t>rd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776472" y="2880360"/>
            <a:ext cx="502920" cy="256032"/>
          </a:xfrm>
          <a:prstGeom prst="rect">
            <a:avLst/>
          </a:prstGeom>
          <a:solidFill>
            <a:srgbClr val="FFCCCC"/>
          </a:solidFill>
          <a:ln w="6350">
            <a:solidFill>
              <a:srgbClr val="FFAA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76472" y="288036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3333"/>
                </a:solidFill>
              </a:rPr>
              <a:t>opcode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40080" y="32461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C4444"/>
                </a:solidFill>
              </a:rPr>
              <a:t>[ WRONG SELECTOR ]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600200"/>
            <a:ext cx="4206240" cy="2560320"/>
          </a:xfrm>
          <a:prstGeom prst="rect">
            <a:avLst/>
          </a:prstGeom>
          <a:solidFill>
            <a:srgbClr val="F5FFF5"/>
          </a:solidFill>
          <a:ln w="12700">
            <a:solidFill>
              <a:srgbClr val="CCDD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169164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28844"/>
                </a:solidFill>
              </a:rPr>
              <a:t>AFTER (Correct)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2057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6633"/>
                </a:solidFill>
              </a:rPr>
              <a:t>Selector moved to funct7[6:5]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46320" y="2468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xspec (bit25) flags extended opcode.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00600" y="2880360"/>
            <a:ext cx="539496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880360"/>
            <a:ext cx="539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opcode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367528" y="2880360"/>
            <a:ext cx="539496" cy="256032"/>
          </a:xfrm>
          <a:prstGeom prst="rect">
            <a:avLst/>
          </a:prstGeom>
          <a:solidFill>
            <a:srgbClr val="CCFFC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67528" y="2880360"/>
            <a:ext cx="539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28833"/>
                </a:solidFill>
              </a:rPr>
              <a:t>funct7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5934456" y="2880360"/>
            <a:ext cx="539496" cy="25603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34456" y="2880360"/>
            <a:ext cx="539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</a:rPr>
              <a:t>rs2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501384" y="2880360"/>
            <a:ext cx="539496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01384" y="2880360"/>
            <a:ext cx="539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rs1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7068312" y="2880360"/>
            <a:ext cx="539496" cy="25603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68312" y="2880360"/>
            <a:ext cx="539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</a:rPr>
              <a:t>funct3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7635240" y="2880360"/>
            <a:ext cx="539496" cy="25603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35240" y="2880360"/>
            <a:ext cx="539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</a:rPr>
              <a:t>rd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8202168" y="2880360"/>
            <a:ext cx="539496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02168" y="2880360"/>
            <a:ext cx="539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opcode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846320" y="32461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8844"/>
                </a:solidFill>
              </a:rPr>
              <a:t>[ CORRECT SELECTOR ]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8640" y="44348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→ Full SoC RSTAT=320 confirmed — software stack validated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888888"/>
                </a:solidFill>
              </a:rPr>
              <a:t>STATUS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</a:rPr>
              <a:t>All Pre-Board Phases Closed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0728960" cy="749808"/>
          </a:xfrm>
          <a:prstGeom prst="rect">
            <a:avLst/>
          </a:prstGeom>
          <a:solidFill>
            <a:srgbClr val="F8F8F8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0020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AAAAA"/>
                </a:solidFill>
              </a:rPr>
              <a:t>Phase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80136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Safety Validation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07568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Mock TB + official lightweight NICE TB, 8 safety cases, V1.6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0" y="1709928"/>
            <a:ext cx="1097280" cy="31089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0" y="170992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Closed ✓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10728960" cy="749808"/>
          </a:xfrm>
          <a:prstGeom prst="rect">
            <a:avLst/>
          </a:prstGeom>
          <a:solidFill>
            <a:srgbClr val="F8F8F8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4688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AAAAA"/>
                </a:solidFill>
              </a:rPr>
              <a:t>Phase 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267004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Software Path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29443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Nuclei SDK + toolchain 2024.06, full SoC RSTAT=320 confirmed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0" y="2578608"/>
            <a:ext cx="1097280" cy="31089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0" y="257860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Closed ✓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246120"/>
            <a:ext cx="10728960" cy="749808"/>
          </a:xfrm>
          <a:prstGeom prst="rect">
            <a:avLst/>
          </a:prstGeom>
          <a:solidFill>
            <a:srgbClr val="F8F8F8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33756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AAAAA"/>
                </a:solidFill>
              </a:rPr>
              <a:t>Phase 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353872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Portability &amp; Regression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381304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SDK patch exported, one-command regression validated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0" y="3447288"/>
            <a:ext cx="1097280" cy="31089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0" y="344728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Closed ✓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114800"/>
            <a:ext cx="10728960" cy="749808"/>
          </a:xfrm>
          <a:prstGeom prst="rect">
            <a:avLst/>
          </a:prstGeom>
          <a:solidFill>
            <a:srgbClr val="F8F8F8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062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AAAAA"/>
                </a:solidFill>
              </a:rPr>
              <a:t>Phase 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" y="44074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Board Bring-Up Baseline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" y="468172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Target: evalsoc + n300 + ilm, openocd installed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0" y="4315968"/>
            <a:ext cx="1097280" cy="31089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0" y="431596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Baseline ✓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888888"/>
                </a:solidFill>
              </a:rPr>
              <a:t>VALIDATION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</a:rPr>
              <a:t>All Pre-Board Tests Pass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157276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Normal operation path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084832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57400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02996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Negative &amp; boundary values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542032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514600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248716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Invalid load index rejection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2999232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971800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294436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Partial load before COMP blocked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3456432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429000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340156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Illegal funct3 / opcode → nice_rsp_err=1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3913632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886200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385876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Reset clears all state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4370832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343400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" y="431596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Full SoC RSTAT=320 confirmed in official E203 RTL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48640" y="46634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All 7 tests green — ready for first hardware session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888888"/>
                </a:solidFill>
              </a:rPr>
              <a:t>CURRENT BLOCKERS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000000"/>
                </a:solidFill>
              </a:rPr>
              <a:t>What Stands Between</a:t>
            </a:r>
            <a:endParaRPr lang="en-US" sz="36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000000"/>
                </a:solidFill>
              </a:rPr>
              <a:t>Us &amp; Board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0728960" cy="713232"/>
          </a:xfrm>
          <a:prstGeom prst="rect">
            <a:avLst/>
          </a:prstGeom>
          <a:solidFill>
            <a:srgbClr val="FFFBF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94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JTAG / FTDI Hardware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50545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lsusb does not show device 0403:6010 yet — hardware not connected or driver missing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944368"/>
            <a:ext cx="10728960" cy="713232"/>
          </a:xfrm>
          <a:prstGeom prst="rect">
            <a:avLst/>
          </a:prstGeom>
          <a:solidFill>
            <a:srgbClr val="FFFBF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0358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UART Path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34670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SERIAL_DEV not yet locked — need to confirm /dev/ttyUSB* path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785616"/>
            <a:ext cx="10728960" cy="713232"/>
          </a:xfrm>
          <a:prstGeom prst="rect">
            <a:avLst/>
          </a:prstGeom>
          <a:solidFill>
            <a:srgbClr val="FFFBF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87705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FPGA Board Target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18795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mcu200t vs ddr200t not yet decided — need to choose board shell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663440"/>
            <a:ext cx="1072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All pre-board simulation gates are passing ✓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888888"/>
                </a:solidFill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</a:rPr>
              <a:t>Next Steps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82296" cy="8229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517904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Connect JTAG/FTDI hardware — confirm lsusb shows 0403:6010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313432"/>
            <a:ext cx="82296" cy="8229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231136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Lock UART path — identify /dev/ttyUSB* for serial console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026664"/>
            <a:ext cx="82296" cy="8229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94436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Decide FPGA board target: mcu200t or ddr200t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739896"/>
            <a:ext cx="82296" cy="8229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3657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Run pre-board verification sweep before first hardware session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000000"/>
                </a:solidFill>
              </a:rPr>
              <a:t>Software Stack</a:t>
            </a:r>
            <a:endParaRPr lang="en-US" sz="50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000000"/>
                </a:solidFill>
              </a:rPr>
              <a:t>Validated.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AAAAA"/>
                </a:solidFill>
              </a:rPr>
              <a:t>Hardware bring-up is next.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4114800"/>
            <a:ext cx="457200" cy="274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3434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Version V1.8 · Branch bringup_v1 · Week 9–10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 Bring-Up — Week 9-10 Report</dc:title>
  <dc:subject>PptxGenJS Presentation</dc:subject>
  <dc:creator>星</dc:creator>
  <cp:lastModifiedBy>星</cp:lastModifiedBy>
  <cp:revision>1</cp:revision>
  <dcterms:created xsi:type="dcterms:W3CDTF">2026-03-22T19:23:06Z</dcterms:created>
  <dcterms:modified xsi:type="dcterms:W3CDTF">2026-03-22T19:23:06Z</dcterms:modified>
</cp:coreProperties>
</file>