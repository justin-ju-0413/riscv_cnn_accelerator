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888888"/>
                </a:solidFill>
              </a:rPr>
              <a:t>SoC Bring-Up Report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000000"/>
                </a:solidFill>
              </a:rPr>
              <a:t>RISC-V CNN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000000"/>
                </a:solidFill>
              </a:rPr>
              <a:t>Accelerator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Hummingbird E203 · NICE Interface · 4×4 INT8 PE Array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45720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March 2026 · bringup_v1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What We Cover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934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Project overview &amp; system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84832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System block diagram &amp; 4×4 PE array detail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56032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NICE protocol handshake &amp; instruction encoding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035808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Bring-up timeline: Mar 18–21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511296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Phase 3 / 4 / 5 closure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8678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Current blockers &amp;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System Block Diagram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274320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RISC-V 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Hummingbird E203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RV32IMAC · Nuclei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32-bit · 2-stage pipeline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ITCM + DTCM</a:t>
            </a:r>
            <a:endParaRPr lang="en-US" sz="11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CLINT · ECLIC · PWM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90672" y="17830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BBBBBB"/>
                </a:solidFill>
              </a:rPr>
              <a:t>NICE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BBBBBB"/>
                </a:solidFill>
              </a:rPr>
              <a:t>req/rsp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BBBBBB"/>
                </a:solidFill>
              </a:rPr>
              <a:t>xspec/funct7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0116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783080"/>
            <a:ext cx="201168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INTERFACE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212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NICE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20440" y="26334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Valid / Ready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88888"/>
                </a:solidFill>
              </a:rPr>
              <a:t>Handshake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BBBBBB"/>
                </a:solidFill>
              </a:rPr>
              <a:t>NICE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BBBBBB"/>
                </a:solidFill>
              </a:rPr>
              <a:t>req/rsp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1371600"/>
            <a:ext cx="2743200" cy="2560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371600"/>
            <a:ext cx="274320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399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ACCELERATOR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4×4 PE Array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INT8 · Output Stationary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2578608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596896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PE[00]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702552" y="2578608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2596896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PE[01]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324344" y="2578608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344" y="2596896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PE[02]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7946136" y="2578608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6136" y="2596896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PE[03]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080760" y="2907792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926080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PE[10]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702552" y="2907792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2926080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PE[11]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7324344" y="2907792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4344" y="2926080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PE[12]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946136" y="2907792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6136" y="2926080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PE[13]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3236976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3255264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PE[20]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702552" y="3236976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02552" y="3255264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PE[21]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324344" y="3236976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4344" y="3255264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PE[22]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946136" y="3236976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46136" y="3255264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PE[23]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080760" y="3566160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3584448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PE[30]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702552" y="3566160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02552" y="3584448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PE[31]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7324344" y="3566160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24344" y="3584448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PE[32]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946136" y="3566160"/>
            <a:ext cx="566928" cy="283464"/>
          </a:xfrm>
          <a:prstGeom prst="rect">
            <a:avLst/>
          </a:prstGeom>
          <a:solidFill>
            <a:srgbClr val="F6F6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46136" y="3584448"/>
            <a:ext cx="5669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PE[33]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943600" y="39136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×4 cols each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438912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365760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EXTERNAL MEMORY  (ITCM / DTCM)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8640" y="502920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CCCCC"/>
                </a:solidFill>
              </a:rPr>
              <a:t>CLEAR          WLOAD          DLOAD          COMP          RSTAT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4×4 PE Array — Dataflow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Processing Element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" y="1993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A_in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005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2240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INT8 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" y="26334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W_in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10058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" y="2880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INT8 wt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54480" y="1874520"/>
            <a:ext cx="1417320" cy="105156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057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MAC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4505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INT8×INT8 → INT32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99232" y="2359152"/>
            <a:ext cx="50292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1874520"/>
            <a:ext cx="91440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057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45059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CCCCC"/>
                </a:solidFill>
              </a:rPr>
              <a:t>INT32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CCCCC"/>
                </a:solidFill>
              </a:rPr>
              <a:t>partial sum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Each PE: INT8×INT8 → INT32 accumulator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4173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4×4 Array Layout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9164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OUTPUT STATIONARY · ROW×COL BROADCAST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96596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8424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PE[00]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W[0]·A[0]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196596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98424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PE[01]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W[1]·A[0]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96596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98424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PE[02]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W[2]·A[0]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9560" y="196596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98424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PE[03]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W[3]·A[0]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51460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53288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PE[10]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W[0]·A[1]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251460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53288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PE[11]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W[1]·A[1]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251460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53288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PE[12]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W[2]·A[1]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09560" y="251460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53288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PE[13]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W[3]·A[1]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06324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8152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PE[20]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W[0]·A[2]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306324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308152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PE[21]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W[1]·A[2]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306324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08152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PE[22]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W[2]·A[2]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09560" y="306324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9560" y="308152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PE[23]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W[3]·A[2]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61188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63016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PE[30]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W[0]·A[3]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06440" y="361188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06440" y="363016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PE[31]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W[1]·A[3]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361188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63016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PE[32]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W[2]·A[3]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909560" y="3611880"/>
            <a:ext cx="9692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9560" y="3630168"/>
            <a:ext cx="969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PE[33]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444444"/>
                </a:solidFill>
              </a:rPr>
              <a:t>W[3]·A[3]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42976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Weight: broadcast per column — 4 PE share same W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54880" y="4590288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Activation: broadcast per row — 4 PE share same 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0" y="4882896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Output: accumulated per PE → partial sum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54880" y="5175504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Throughput: 16 MAC/cycle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NICE Protocol — Signals &amp; Encoding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solidFill>
            <a:srgbClr val="0000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Signal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11480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47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nice_req_valid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8470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CPU→Acc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18470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Request valid, payload ready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8541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nice_req_ready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18541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Acc→CPU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185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Accelerator ready to accept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23744"/>
            <a:ext cx="411480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237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nice_req_bits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252374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CPU→Acc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88920" y="2523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opcode / rs1 / rs2 / 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62072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62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nice_rsp_valid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28620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Acc→CPU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8920" y="2862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Response valid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nice_rsp_ready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CPU→Acc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CPU ready to accept response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387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nice_rsp_bits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65960" y="3538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Acc→CPU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88920" y="35387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Result / status / err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15087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Instruction Encoding (RISC-V R-type)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31:25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330952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5330952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24:20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907024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5907024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19:15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483096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83096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14:12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7059168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7059168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11:8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635240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7635240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211312" y="1874520"/>
            <a:ext cx="54864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8211312" y="1874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6:0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754880" y="2148840"/>
            <a:ext cx="54864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opcode'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330952" y="2148840"/>
            <a:ext cx="5486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30952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rs2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907024" y="2148840"/>
            <a:ext cx="5486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07024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rs1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483096" y="2148840"/>
            <a:ext cx="54864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83096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xd/xs1/xs2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059168" y="2148840"/>
            <a:ext cx="5486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funct3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635240" y="2148840"/>
            <a:ext cx="54864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5240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</a:rPr>
              <a:t>rd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211312" y="2148840"/>
            <a:ext cx="54864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11312" y="2148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opcode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754880" y="2578608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xspec (bit 25): extended opcode flag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754880" y="2944368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funct7[6:5]: selects CLEAR / WLOAD / DLOAD / COMP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754880" y="3310128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• RSTAT=320 confirms full SoC path validated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Bring-Up Timeline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2296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</a:rPr>
              <a:t>MAR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Repo cloned · SSH configured · Branch bringup_v1 created · Simulation tools installed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82296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</a:rPr>
              <a:t>MAR 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231136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Python model &amp; RTL sim verified · cnn_nice_core.v fixed (busy, result_valid, load masks)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82296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0837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</a:rPr>
              <a:t>MAR 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980944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NICE encoding fixed (funct3 → funct7) · Nuclei toolchain 2024.06 · Phase 2 closed → V1.6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82296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5818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</a:rPr>
              <a:t>MAR 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73075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Phase 3/4/5 closed · SDK regression ready · FPGA handoff doc · V1.8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KEY BREAKTHROUGH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NICE Encoding Fix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728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funct3 was used as the instruction selector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0728960" cy="74980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ROOT CAUSE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8163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E203 NICE uses bits [14:12] for xd / xs1 / xs2, not funct3. Selector must live in funct7.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0728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29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THE FIX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850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Selector moved to funct7 · Confirmed RSTAT = 320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→ Full SoC simulation now reproduces expected behavior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PHASE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All Pre-Board Phases Closed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728960" cy="64008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276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Software Path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719072"/>
            <a:ext cx="137160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7190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 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0728960" cy="640080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5968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Portability &amp; Regression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2468880"/>
            <a:ext cx="137160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4688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10728960" cy="640080"/>
          </a:xfrm>
          <a:prstGeom prst="rect">
            <a:avLst/>
          </a:prstGeom>
          <a:solidFill>
            <a:srgbClr val="F8F8F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272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3467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Board Bring-Up Baseline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0" y="3218688"/>
            <a:ext cx="1371600" cy="3108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2186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 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Target: evalsoc + n300 + ilm · openocd installed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All Tests Pass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4533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5270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Normal operation path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8424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Negative &amp; boundary values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4048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Invalid load index rejection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6207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8437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Partial load before COMP blocked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0098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2826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Illegal funct3 / opcode → nice_rsp_err=1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3989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7216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Reset clears all state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7880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Full SoC RSTAT=320 confirmed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CURRENT BLOCKERS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</a:rPr>
              <a:t>What Stands Between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</a:rPr>
              <a:t>Us &amp; 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728960" cy="685800"/>
          </a:xfrm>
          <a:prstGeom prst="rect">
            <a:avLst/>
          </a:prstGeom>
          <a:solidFill>
            <a:srgbClr val="FFFB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JTAG / FTDI Hardware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lsusb does not show device 0403:6010 yet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0728960" cy="685800"/>
          </a:xfrm>
          <a:prstGeom prst="rect">
            <a:avLst/>
          </a:prstGeom>
          <a:solidFill>
            <a:srgbClr val="FFFB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44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UART Path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SERIAL_DEV not yet locked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10728960" cy="685800"/>
          </a:xfrm>
          <a:prstGeom prst="rect">
            <a:avLst/>
          </a:prstGeom>
          <a:solidFill>
            <a:srgbClr val="FFFB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9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FPGA Board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142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mcu200t vs ddr200t not yet decided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All pre-board simulation gates are passing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1790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Connect / pass-through JTAG hardware, confirm lsusb visibility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3113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Lock SERIAL_DEV UART path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9443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Finalize FPGA board target (mcu200t / ddr200t)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</a:rPr>
              <a:t>Run pre-board verification sweep before first hardware session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Software Stack</a:t>
            </a:r>
            <a:endParaRPr lang="en-US" sz="4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Validated.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Hardware bring-up is next.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45720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343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RISC-V E203 · NICE · 4×4 INT8 PE Array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Version V1.8 · Branch bringup_v1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CNN Accelerator — SoC Bring-Up</dc:title>
  <dc:subject>PptxGenJS Presentation</dc:subject>
  <dc:creator>星</dc:creator>
  <cp:lastModifiedBy>星</cp:lastModifiedBy>
  <cp:revision>1</cp:revision>
  <dcterms:created xsi:type="dcterms:W3CDTF">2026-03-22T19:19:45Z</dcterms:created>
  <dcterms:modified xsi:type="dcterms:W3CDTF">2026-03-22T19:19:45Z</dcterms:modified>
</cp:coreProperties>
</file>