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B7280"/>
                </a:solidFill>
              </a:rPr>
              <a:t>WEEK 5-6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</a:rPr>
              <a:t>RISC-V CNN 加速器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74151"/>
                </a:solidFill>
              </a:rPr>
              <a:t>SoC Bring-Up 阶段进度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基于 Hummingbird E203 + NICE 接口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bringup_v1  ·  V1.7  ·  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B7280"/>
                </a:solidFill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本阶段工作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Week 5-6 核心任务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128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核心成果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关键指标与验证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07208"/>
            <a:ext cx="76809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712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8712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关键代码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NICE 接口与驱动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65576"/>
            <a:ext cx="76809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95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529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测试结果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8039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仿真验证输出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23944"/>
            <a:ext cx="76809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879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系统架构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4622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技术设计要点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782312"/>
            <a:ext cx="76809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46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当前状态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120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下一步计划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F6FF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本阶段工作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Week 5-6 SoC 集成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E203 NICE 接口集成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官方 e203_hbirdv2 SoC 集成 · 修正 ISA 编码 (funct7) · 完整响应协议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29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Nuclei 工具链配置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GNU toolchain 2024.06 · SDK 应用程序 · ITCM/DTCM 内存镜像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25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79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全SoC 仿真验证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98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CLEAR/WLOAD/DLOAD/COMP/RSTAT 全流程 · RSTAT=320 通过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295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Phase 4 工程恢复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84962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SDK delta 补丁导出 · 一键回归脚本 · 协作恢复文档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251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Phase 5 板级准备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5994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FPGA 目标板锁定 · OpenOCD 安装 · 环境检查脚本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DF5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核心成果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Key Achievements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320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RSTAT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全SoC仿真验证通过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132588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08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V1.7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0060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版本号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接口安全验证完成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6324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</a:rPr>
              <a:t>5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Phase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Phase 1-5 全部闭环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3063240"/>
            <a:ext cx="73152" cy="1554480"/>
          </a:xfrm>
          <a:prstGeom prst="rect">
            <a:avLst/>
          </a:prstGeom>
          <a:solidFill>
            <a:srgbClr val="06B3D4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246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3D4"/>
                </a:solidFill>
              </a:rPr>
              <a:t>100%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80060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Pre-board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所有预验证通过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3FF"/>
                </a:solidFill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关键代码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NICE 指令定义 (custom_insn.h)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NICE接口使用 funct7 编码区分指令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ACC_FN_WLOAD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ACC_FN_DLOAD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ACC_FN_COMP  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ACC_FN_RSTAT 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ACC_FN_CLEAR  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示例：读取结果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ACC_RSTAT(rd)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asm volatile(".insn r 0x0b, %c1, %c2, %0, x0, x0"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"=r"(rd) : "i"(ACC_X_RD), "i"(ACC_FN_RSTAT))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3FF"/>
                </a:solidFill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关键代码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SDK 完整调用流程 (main_system.c)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ACC_CLEAR();              // Step 1: 清除累加器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Step 2: 加载16个权重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ACC_WLOAD(test_weights,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ACC_WLOAD(test_weights,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ACC_WLOAD(test_weights, 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ACC_WLOAD(test_weights, 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Step 3: 加载16个激活值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ACC_DLOAD(test_data,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ACC_DLOAD(test_data,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ACC_DLOAD(test_data, 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ACC_DLOAD(test_data, 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ACC_COMP();               // Step 4: 触发计算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ACC_RSTAT(result);        // Step 5: 读取结果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printf("Result: %d\n", result);  // -&gt; 320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DF5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测试结果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Full-SoC 仿真验证输出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Executing ACC_CLEAR...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Executing ACC_WLOAD x4...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Executing ACC_DLOAD x4...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Executing ACC_COMP...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Executing ACC_RSTAT...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[SW] Final Result from Accelerator: 320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SYSTEM TEST PASSED! &lt;&lt;&lt;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[TB_PASS] mock NICE regression completed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验证覆盖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接口安全 (非法Opcode/Funct7/索引)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协议合规 (Busy阻塞/重复RSTAT)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三层仿真 (Local RTL / Lightweight / Full-SoC)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3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EFF"/>
                </a:solidFill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系统架构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6B3D4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3D4"/>
                </a:solidFill>
              </a:rPr>
              <a:t>E203 RISC-V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Hummingbird E203 核心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NICE 协处理器接口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NICE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自定义指令扩展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Opcode 0x0b · funct7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CNN Accelerator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4x4 PE Array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INT8 · Output Stationary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3246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Software SDK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Nuclei SDK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完整软件驱动支持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F6FF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当前状态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Status &amp;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已完成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  全SoC仿真 RSTAT=320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  接口安全验证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  SDK 软件路径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  Pre-board 预验证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待确定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⏳  FPGA 目标板 (mcu200t / ddr200t)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⏳  JTAG/FTDI 硬件连接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⏳  UART 串口路径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</a:rPr>
              <a:t>下一步：确定 FPGA 目标板后，进入硬件验证阶段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827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886200" y="28346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RISC-V CNN 加速器  ·  SoC Bring-Up  ·  V1.7  · 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CNN 加速器 Week 5-6 工作汇报</dc:title>
  <dc:subject>PptxGenJS Presentation</dc:subject>
  <dc:creator>Justin JU</dc:creator>
  <cp:lastModifiedBy>Justin JU</cp:lastModifiedBy>
  <cp:revision>1</cp:revision>
  <dcterms:created xsi:type="dcterms:W3CDTF">2026-03-23T18:16:26Z</dcterms:created>
  <dcterms:modified xsi:type="dcterms:W3CDTF">2026-03-23T18:16:26Z</dcterms:modified>
</cp:coreProperties>
</file>